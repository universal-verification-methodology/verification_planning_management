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docs/MODULE4.md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docs/MODULE4.md — read guides before running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while running module4/EXAMPLES.md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docs/MODULE4.md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detail in docs/MODULE4.md command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module4/examples/env_design/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module4/examples/checker_plan/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module4/examples/module_tb/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module4/examples/solutions/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module4/examples/validate/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MODULE4 Learning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2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4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UVM Environment &amp; Checker Maturity (SV/UVM)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mature your **UVM environment** (env,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agents, drivers, monitors, sequencers) and **check…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Design and mature your **UVM environment** (env, agents, drivers, monitors, sequencers) and **checking strategy** (scoreboards, reference m…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Modules 1–3 focused on planning (scope, tests,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regressions) and measurement (coverage). In Module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4…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How to learn this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Re-read `module2/TEST_PLAN.md`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`module3/COVERAGE_DESIGN.md`.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Scaffold Module 4 workspace: `./scripts/module4.sh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--scaffold`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`module4/ENV_DESIGN.md` (agents,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transactions, connectivity).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`module4/CHECKER_PLAN.md` (scoreboard,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reference model, SVA split).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or refine UVM components in `module4/tb/`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`common_dut/tb/`.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Suggested learning path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Validate: `./scripts/module4.sh --check`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Mature UVM environment (stream_fifo)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 (`stream_fifo_env`):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connects source/sink agents,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scoreboard, coverage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subscribers.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Agents: driver + sequencer +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per interface; active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passive roles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`ENV_DESI…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Transactions: item fields mirror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DUT handshake semantics (data,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valid/ready timing).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Reference implementation sketch: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`module4/tb/tb_stream_fifo_uvm.s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v` and `stream_pkg.sv` patterns.</a:t>
            </a:r>
          </a:p>
        </p:txBody>
      </p:sp>
      <p:pic>
        <p:nvPicPr>
          <p:cNvPr id="4" name="Picture 3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Checking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/ reference model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golden data path and ordering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checks (`CHECKER_PLAN.md`).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SVA — protocol and functional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assertions on interfaces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internal flags.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Clear split: what is checked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SVA vs scoreboard vs test self-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check.</a:t>
            </a:r>
          </a:p>
        </p:txBody>
      </p:sp>
      <p:pic>
        <p:nvPicPr>
          <p:cNvPr id="4" name="Picture 3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 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build_phase: create env, agents, scoreboard,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coverage subscribers via factory.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connect_phase: connect monitor analysis ports to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 and coverage; tie virtual interfaces.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run_phase: raise objection, start sequences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sequencers, wait for drain, drop objection.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report_phase: summarize errors, assertion failures,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coverage sampling status.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Top module `module4/tb/tb_stream_fifo_uvm.sv`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instantiates DUT and calls `run_test()`.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DUT instantiation in UVM top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// DUT instance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stream_fifo #(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.DATA_WIDTH (DATA_WIDTH),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.DEPTH      (DEPTH)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) dut (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.clk       (clk),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.rst_n     (rst_n),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source side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.s_valid   (s_if.valid),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.s_data    (s_if.data),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.s_ready   (s_if.ready),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sink side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.m_valid   (m_if.valid),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.m_data    (m_if.data),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.m_ready   (m_if.ready),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// status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stream_env — build &amp;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stream_env extends uvm_env;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`uvm_component_utils(stream_env)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stream_driver     drv;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stream_monitor    mon;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stream_scoreboard sb;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name, uvm_component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build_phase(uvm_phase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super.build_phase(phase);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drv = stream_driver    ::type_id::create("drv",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mon = stream_monitor   ::type_id::create("mon",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Scoreboard write()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stream_scoreboard extends uvm_component;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`uvm_component_utils(stream_scoreboard)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uvm_analysis_imp #(stream_item, stream_scoreboard) imp_in;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int unsigned num_seen;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name, uvm_component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imp_in = new("imp_in",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num_seen = 0;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// Called for each transaction seen by the monitor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write(stream_item 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Key files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Open these in the repo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`module4/ENV_DESIGN.md` — env, agent, driver,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monitor, sequencer design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`module4/CHECKER_PLAN.md` — scoreboard, reference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model, and assertion strategy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`module4/tb/stream_pkg.sv` — reference UVM package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(env, agents, scoreboard)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`module4/tb/tb_stream_fifo_uvm.sv` — top-level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testbench and DUT hookup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`common_dut/rtl/stream_fifo.sv` — DUT under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`scripts/module4.sh` — env/checker doc and TB file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Stimulus and checking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03520" cy="4754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Sequences → driver → DUT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monitor → scoreboard compare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assertion sampling.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Reset, backpressure, and error-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injection scenarios exercised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per `TEST_PLAN.md`.</a:t>
            </a:r>
          </a:p>
        </p:txBody>
      </p:sp>
      <p:pic>
        <p:nvPicPr>
          <p:cNvPr id="4" name="Picture 3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094547"/>
            <a:ext cx="5394960" cy="3034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Assertion-based verification (ABV)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Place assertions close to interfaces; use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`assert`/`assume` policy consistent with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simulator f…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Document waiver and severity policy for known benign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cases.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Environment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Peer/self review of `ENV_DESIGN.md`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`CHECKER_PLAN.md` before expanding regression scope.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`./scripts/module4.sh --check` validates design docs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TB file presence.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stream_test — run_phase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class stream_test extends uvm_test;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`uvm_component_utils(stream_test)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stream_env env;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new(string name, uvm_component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super.new(name, parent);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function void build_phase(uvm_phase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super.build_phase(phase);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env = stream_env::type_id::create("env", this);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endfunction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task run_phase(uvm_phase phase);</a:t>
            </a:r>
          </a:p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Environment and Agent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and agent architecture (env vs agents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tests).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Layered testbench structure and reuse across tiers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DUT variants.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Transactions and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and sequence design aligned with your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 plan.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Mapping test intents to UVM sequences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configuration.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Drivers and Monitors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Driver and monitor behavior, including resets,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backpressure, and error handling.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Scoreboards and Reference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and reference model design.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Assertions and Checking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Assertion strategy: what to check with SVA vs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scoreboards vs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Command reference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Scaffold and validate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./scripts/module4.sh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Inspect UVM env and scoreboard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head -80 module4/tb/stream_pkg.sv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4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--help</a:t>
            </a:r>
          </a:p>
        </p:txBody>
      </p:sp>
      <p:pic>
        <p:nvPicPr>
          <p:cNvPr id="4" name="Picture 3" descr="module4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./scripts/module4.sh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Environment design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-30 module4/templates/ENV_DESIGN.md</a:t>
            </a:r>
          </a:p>
        </p:txBody>
      </p:sp>
      <p:pic>
        <p:nvPicPr>
          <p:cNvPr id="4" name="Picture 3" descr="ex01_en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Checker plan template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-25 module4/templates/CHECKER_PLAN.md</a:t>
            </a:r>
          </a:p>
        </p:txBody>
      </p:sp>
      <p:pic>
        <p:nvPicPr>
          <p:cNvPr id="4" name="Picture 3" descr="ex02_checker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Module-local UVM TB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-35 module4/tb/tb_stream_fifo_uvm.sv</a:t>
            </a:r>
          </a:p>
        </p:txBody>
      </p:sp>
      <p:pic>
        <p:nvPicPr>
          <p:cNvPr id="4" name="Picture 3" descr="ex03_module_t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Reference env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head -20 module4/.solutions/ENV_DESIGN.md</a:t>
            </a:r>
          </a:p>
        </p:txBody>
      </p:sp>
      <p:pic>
        <p:nvPicPr>
          <p:cNvPr id="4" name="Picture 3" descr="ex04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Module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./scripts/module4.sh --check</a:t>
            </a:r>
          </a:p>
        </p:txBody>
      </p:sp>
      <p:pic>
        <p:nvPicPr>
          <p:cNvPr id="4" name="Picture 3" descr="ex05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Describe and justify your UVM environment and agent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architecture.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and maintain drivers, monitors,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sequencers, and transactions that match your DUT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test…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Implement or integrate scoreboards and reference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models for robust checking.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place protocol and functional assertions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that support your verification goals.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Configure your environment for different modes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regression tiers.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env/agent architecture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`module4/ENV_DESIGN.md`.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What you should know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and sequence designs documented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aligned with `module2/TEST_PLAN.md`.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Scoreboards and reference models specified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`module4/CHECKER_PLAN.md`.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protocol/functional assertions listed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placed.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 least one env/checker review (self or peer)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completed; action items captured.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env/agent architecture documented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`module4/ENV_DESIGN.md`.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Transaction and sequence designs documented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aligned with `module2/TEST_PLAN.md`.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Scoreboards and reference models specified in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`module4/CHECKER_PLAN.md`.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Key protocol/functional assertions listed and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placed.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At least one env/checker review (self or peer)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completed; action items captured.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Design and mature your **UVM environment** (env,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agents, drivers, monitors, sequencers) and **check…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module4/CHECKLIST.md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Review module4/EXAMPLES.md and run each lab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verification_planning_management / Module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