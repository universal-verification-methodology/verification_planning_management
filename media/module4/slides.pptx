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notesMaster" Target="notesMasters/notesMaster1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Design Architecture.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Design Architecture.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Verification &amp; Testing Methods.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Verification &amp; Testing Methods.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Verification &amp; Testing Methods.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Run from course repository root.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module4/examples/env_design/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module4/examples/checker_plan/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module4/examples/module_tb/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module4/examples/solutions/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module4/examples/validate/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Learning Outcomes.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Learning Outcomes.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3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4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5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11064240" cy="2743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spcAft>
                <a:spcPts val="400"/>
              </a:spcAft>
              <a:defRPr sz="4000" b="1">
                <a:solidFill>
                  <a:srgbClr val="1A1A2E"/>
                </a:solidFill>
                <a:latin typeface="Calibri"/>
              </a:defRPr>
            </a:pPr>
            <a:r>
              <a:t>Module 4</a:t>
            </a:r>
          </a:p>
          <a:p>
            <a:pPr algn="ctr">
              <a:lnSpc>
                <a:spcPts val="2200"/>
              </a:lnSpc>
              <a:spcBef>
                <a:spcPts val="1400"/>
              </a:spcBef>
              <a:defRPr sz="2600" b="0">
                <a:solidFill>
                  <a:srgbClr val="333333"/>
                </a:solidFill>
                <a:latin typeface="Calibri"/>
              </a:defRPr>
            </a:pPr>
            <a:r>
              <a:t>UVM Environment &amp; Checker Maturity (SV/UVM)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Learning 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Design and mature your **UVM environment** (env,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agents, drivers, monitors, sequencers) and **check…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Prerequisites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See module README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Learning path</a:t>
            </a:r>
          </a:p>
        </p:txBody>
      </p:sp>
      <p:pic>
        <p:nvPicPr>
          <p:cNvPr id="3" name="Picture 2" descr="learning_pa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8128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1200" b="0">
                <a:solidFill>
                  <a:srgbClr val="333333"/>
                </a:solidFill>
                <a:latin typeface="Calibri"/>
              </a:defRPr>
            </a:pPr>
            <a:r>
              <a:t>Design and mature your **UVM environment** (env, agents, drivers, monitors, sequencers) and **checking strategy** (scoreboards, reference m…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Modules 1–3 focused on planning (scope, tests,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regressions) and measurement (coverage). In Module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4…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Design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Mature UVM environment (stream_fifo)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5303520" cy="4754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Env (`stream_fifo_env`):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connects source/sink agents,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scoreboard, coverage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subscribers.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Agents: driver + sequencer +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monitor per interface; active vs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passive roles documented in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`ENV_DESI…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Transactions: item fields mirror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DUT handshake semantics (data,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valid/ready timing).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Reference implementation sketch: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`module4/tb/tb_stream_fifo_uvm.s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v` and `stream_pkg.sv` patterns.</a:t>
            </a:r>
          </a:p>
        </p:txBody>
      </p:sp>
      <p:pic>
        <p:nvPicPr>
          <p:cNvPr id="4" name="Picture 3" descr="rtl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2094547"/>
            <a:ext cx="5394960" cy="303466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Checking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5303520" cy="4754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Scoreboard / reference model —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golden data path and ordering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checks (`CHECKER_PLAN.md`).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SVA — protocol and functional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assertions on interfaces and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internal flags.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Clear split: what is checked in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SVA vs scoreboard vs test self-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check.</a:t>
            </a:r>
          </a:p>
        </p:txBody>
      </p:sp>
      <p:pic>
        <p:nvPicPr>
          <p:cNvPr id="4" name="Picture 3" descr="verification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2094547"/>
            <a:ext cx="5394960" cy="303466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DUT instantiation in UVM top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50292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// DUT instance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stream_fifo #(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.DATA_WIDTH (DATA_WIDTH),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.DEPTH      (DEPTH)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) dut (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.clk       (clk),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.rst_n     (rst_n),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// source side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.s_valid   (s_if.valid),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.s_data    (s_if.data),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.s_ready   (s_if.ready),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// sink side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.m_valid   (m_if.valid),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.m_data    (m_if.data),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.m_ready   (m_if.ready),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// status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# ...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stream_env — build &amp; connect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50292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class stream_env extends uvm_env;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`uvm_component_utils(stream_env)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stream_driver     drv;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stream_monitor    mon;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stream_scoreboard sb;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function new(string name, uvm_component parent);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super.new(name, parent);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endfunction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function void build_phase(uvm_phase phase);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super.build_phase(phase);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drv = stream_driver    ::type_id::create("drv", this);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mon = stream_monitor   ::type_id::create("mon", this);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# ...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Scoreboard write() hook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50292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class stream_scoreboard extends uvm_component;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`uvm_component_utils(stream_scoreboard)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uvm_analysis_imp #(stream_item, stream_scoreboard) imp_in;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int unsigned num_seen;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function new(string name, uvm_component parent);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super.new(name, parent);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imp_in = new("imp_in", this);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num_seen = 0;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endfunction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// Called for each transaction seen by the monitor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function void write(stream_item t);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# ...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Verification &amp; testing methods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Stimulus and checking 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5303520" cy="4754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Sequences → driver → DUT →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monitor → scoreboard compare and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assertion sampling.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Reset, backpressure, and error-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injection scenarios exercised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per `TEST_PLAN.md`.</a:t>
            </a:r>
          </a:p>
        </p:txBody>
      </p:sp>
      <p:pic>
        <p:nvPicPr>
          <p:cNvPr id="4" name="Picture 3" descr="testing_metho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2094547"/>
            <a:ext cx="5394960" cy="303466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Assertion-based verification (ABV)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Place assertions close to interfaces; use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`assert`/`assume` policy consistent with your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simulator f…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Document waiver and severity policy for known benign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cases.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Environment review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Peer/self review of `ENV_DESIGN.md` and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`CHECKER_PLAN.md` before expanding regression scope.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`./scripts/module4.sh --check` validates design docs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and TB file presence.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Syllabus topics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Environment and Agent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Environment and agent architecture (env vs agents vs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tests).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Layered testbench structure and reuse across tiers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and DUT variants.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Transactions and Sequences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Transaction and sequence design aligned with your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test plan.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Mapping test intents to UVM sequences and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configuration.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Drivers and Monitors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Driver and monitor behavior, including resets,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backpressure, and error handling.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4. Scoreboards and Reference Models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Scoreboard and reference model design.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Assertions and Checking Strategy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Assertion strategy: what to check with SVA vs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scoreboards vs tests.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Hands-on examples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Module 4 self-check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./scripts/module4.sh --help</a:t>
            </a:r>
          </a:p>
        </p:txBody>
      </p:sp>
      <p:pic>
        <p:nvPicPr>
          <p:cNvPr id="4" name="Picture 3" descr="module4_ch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Exercise scaffold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50292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./scripts/module4.sh --scaffold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Environment design template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head -30 module4/templates/ENV_DESIGN.md</a:t>
            </a:r>
          </a:p>
        </p:txBody>
      </p:sp>
      <p:pic>
        <p:nvPicPr>
          <p:cNvPr id="4" name="Picture 3" descr="ex01_env_de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4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Checker plan template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head -25 module4/templates/CHECKER_PLAN.md</a:t>
            </a:r>
          </a:p>
        </p:txBody>
      </p:sp>
      <p:pic>
        <p:nvPicPr>
          <p:cNvPr id="4" name="Picture 3" descr="ex02_checker_pl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4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Module-local UVM TB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head -35 module4/tb/tb_stream_fifo_uvm.sv</a:t>
            </a:r>
          </a:p>
        </p:txBody>
      </p:sp>
      <p:pic>
        <p:nvPicPr>
          <p:cNvPr id="4" name="Picture 3" descr="ex03_module_t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4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Reference env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head -20 module4/.solutions/ENV_DESIGN.md</a:t>
            </a:r>
          </a:p>
        </p:txBody>
      </p:sp>
      <p:pic>
        <p:nvPicPr>
          <p:cNvPr id="4" name="Picture 3" descr="ex04_solu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4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Module validation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./scripts/module4.sh --check</a:t>
            </a:r>
          </a:p>
        </p:txBody>
      </p:sp>
      <p:pic>
        <p:nvPicPr>
          <p:cNvPr id="4" name="Picture 3" descr="ex05_valid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4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Practice &amp; assessment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4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What you should know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Describe and justify your UVM environment and agent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architecture.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Implement and maintain drivers, monitors,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sequencers, and transactions that match your DUT and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test…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Implement or integrate scoreboards and reference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models for robust checking.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Design and place protocol and functional assertions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that support your verification goals.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Configure your environment for different modes and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regression tiers.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UVM env/agent architecture documented in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`module4/ENV_DESIGN.md`.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4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What you should know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Transaction and sequence designs documented and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aligned with `module2/TEST_PLAN.md`.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Scoreboards and reference models specified in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`module4/CHECKER_PLAN.md`.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 protocol/functional assertions listed and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placed.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At least one env/checker review (self or peer)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completed; action items captured.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4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Assessment checklist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UVM env/agent architecture documented in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`module4/ENV_DESIGN.md`.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Transaction and sequence designs documented and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aligned with `module2/TEST_PLAN.md`.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Scoreboards and reference models specified in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`module4/CHECKER_PLAN.md`.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 protocol/functional assertions listed and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placed.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At least one env/checker review (self or peer)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completed; action items captured.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4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Summary &amp;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Design and mature your **UVM environment** (env,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agents, drivers, monitors, sequencers) and **check…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Complete module4/CHECKLIST.md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Review module4/EXAMPLES.md and run each lab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Next: Next module in course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