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module6/examples/protocol_plan/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module6/examples/multi_agent/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module6/examples/integration/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module6/examples/solutions/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module6/examples/validate/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6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Complex Multi-Agent &amp; Protocol Testbenches (SV/UVM)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your planning, environment, and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skills to **complex multi-agent, protocol-heavy te…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Apply your planning, environment, and regression skills to **complex multi-agent, protocol-heavy testbenches** (e.g., AXI-like, multi-chann…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By Module 6, you have: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Multi-agent / multi-channel TB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agents (per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channel) coordinated by 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virtual sequences.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architecture: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agents → fabric/scoreboard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subsystem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(`MULTI_AGENT_ARCHITEC…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Dedicated protocol checker (SVA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monitor-based) separate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data checks.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`PROTOCOL_VERIFICATION_PLAN.md`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lists rules, coverage,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integration with agents.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System integration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`INTEGRATION_PLAN.md` describes how block-level 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connects to subsystem tests.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Reuse agents/VIP across DUT variants via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 and factory overrides.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Monitor observes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stream_monitor extends uvm_component;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`uvm_component_utils(stream_monitor)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virtual stream_if.slave vif;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uvm_analysis_port #(stream_item) ap;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new(string name, uvm_component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super.new(name,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ap = new("ap", this);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task run_phase(uvm_phase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stream_item tr;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if (vif == null)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Multi-agent architecture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Multi-Agent &amp; Multi-Channel Architecture (Module 6)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**Purpose**: Describe the architecture and coordination of multi-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agent, multi-channel UVM environments for your DUT.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**Module**: 6 – Complex Multi-Agent &amp; Protocol Testbenches (SV/UVM)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&gt; **Instructions**: Fill in this document for your design. Copy from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`module6/templates/` if needed, or edit the file in `module6/` directly.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Reference: `module6/.solutions/`.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1. Context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&lt;!-- TODO: DUT/System, interfaces/channels, existing env. Why a multi-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agent design is required. --&gt;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## 2. High-Level Environment Diagram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&lt;!-- TODO: Describe multi-agent env hierarchy (uvm_test_top, env,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Protocol rule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Each protocol rule maps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checker fires, coverpoints,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at least one directed or random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Illegal sequences and corner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timing documented with expected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checker behavior.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Multi-agent scenario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 stress cross-agent ordering,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arbitration, and backpressure.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scoreboard validates end-to-end data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sideband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Maintainability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Architecture review before adding agents — avoid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duplicate monitors and conflicting checkers.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`./scripts/module6.sh --check` validates multi-agent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protocol planning artifacts.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Multi-Agent Environment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Multi-agent and multi-channel environment design.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and reusable testbench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Agents and Checkers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agent and protocol checker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Scoreboards and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of complex scoreboards and time-based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Debug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and analyzing complex, protocol-heavy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6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./scripts/module6.sh --help</a:t>
            </a:r>
          </a:p>
        </p:txBody>
      </p:sp>
      <p:pic>
        <p:nvPicPr>
          <p:cNvPr id="4" name="Picture 3" descr="module6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./scripts/module6.sh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Protocol verification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-30 module6/templates/PROTOCOL_VERIFICATION_PLAN.md</a:t>
            </a:r>
          </a:p>
        </p:txBody>
      </p:sp>
      <p:pic>
        <p:nvPicPr>
          <p:cNvPr id="4" name="Picture 3" descr="ex01_protocol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module6/templates/MULTI_AGENT_ARCHITECTURE.md</a:t>
            </a:r>
          </a:p>
        </p:txBody>
      </p:sp>
      <p:pic>
        <p:nvPicPr>
          <p:cNvPr id="4" name="Picture 3" descr="ex02_multi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Integration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module6/templates/INTEGRATION_PLAN.md</a:t>
            </a:r>
          </a:p>
        </p:txBody>
      </p:sp>
      <p:pic>
        <p:nvPicPr>
          <p:cNvPr id="4" name="Picture 3" descr="ex03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Reference protocol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-20 module6/.solutions/PROTOCOL_VERIFICATION_PLAN.md</a:t>
            </a:r>
          </a:p>
        </p:txBody>
      </p:sp>
      <p:pic>
        <p:nvPicPr>
          <p:cNvPr id="4" name="Picture 3" descr="ex04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./scripts/module6.sh --check</a:t>
            </a:r>
          </a:p>
        </p:txBody>
      </p:sp>
      <p:pic>
        <p:nvPicPr>
          <p:cNvPr id="4" name="Picture 3" descr="ex05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and document multi-agent UVM environments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protocol-based DUTs.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and integrate protocol agents and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layered architecture patterns to keep complex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benches maintainable.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Analyze and debug multi-channel, protocol-level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behavior in simulations.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Multi-agent/multi-channel environment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documented in `module6/MULTI_AGENT_ARCHITECTURE.md`.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verification strategy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`module6/PROTOCOL_VERIFICATION_PLAN.md`.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patterns and system-level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documented in `module6/INTEGRATION_PLAN.md`.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bench design reviewed; action items captured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the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Multi-agent/multi-channel environment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documented in `module6/MULTI_AGENT_ARCHITECTURE.md`.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verification strategy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`module6/PROTOCOL_VERIFICATION_PLAN.md`.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patterns and system-level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documented in `module6/INTEGRATION_PLAN.md`.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 bench design reviewed; action items captured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the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your planning, environment, and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skills to **complex multi-agent, protocol-heavy te…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module6/CHECKLIST.md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module6/EXAMPLES.md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