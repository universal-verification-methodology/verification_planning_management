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docs/MODULE6.md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module6/EXAMPLES.md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docs/MODULE6.md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docs/MODULE6.md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module6/examples/protocol_plan/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module6/examples/multi_agent/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module6/examples/integration/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Complex Multi-Agent &amp; Protocol Testbenches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your planning, environment, and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skills to **complex multi-agent, protocol-heavy te…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Apply your planning, environment, and regression skills to **complex multi-agent, protocol-heavy testbenches** (e.g., AXI-like, multi-chann…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 Module 6, you have: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Re-read `module4/ENV_DESIGN.md`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`module5/REGRESSION_OPS.md`.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Module 6 workspace: `./scripts/module6.sh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--scaffold`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`MULTI_AGENT_ARCHITECTURE.md`,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`PROTOCOL_VERIFICATION_PLAN.md`,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`INTEGRATION_PLAN.md`.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or refine multi-agent and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 in `common_dut/tb/`.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Validate: `./scripts/module6.sh --check`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/ multi-channel TB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agents (per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channel) coordinated by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virtual sequences.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architecture: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 → fabric/scoreboard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subsystem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(`MULTI_AGENT_ARCHITEC…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Dedicated protocol checker (SVA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monitor-based) separate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data checks.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`PROTOCOL_VERIFICATION_PLAN.md`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lists rules, coverage,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integration with agents.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 integration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`INTEGRATION_PLAN.md` describes how block-level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connects to subsystem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Reuse agents/VIP across DUT variants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and factory overrides.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Monitor observes transactions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stream_monitor extends uvm_component;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`uvm_component_utils(stream_monitor)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virtual stream_if.slave vif;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uvm_analysis_port #(stream_item) ap;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name, uvm_component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ap = new("ap",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task run_phase(uvm_phase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stream_item tr;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if (vif == null)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Multi-agent architecture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Multi-Agent &amp; Multi-Channel Architecture (Module 6)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Describe the architecture and coordination of multi-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agent, multi-channel UVM environments for your DUT.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**Module**: 6 – Complex Multi-Agent &amp; Protocol Testbenches (SV/UVM)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Fill in this document for your design.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`module6/templates/` if needed, or edit the file in `module6/`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`module6/.solutions/`.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Context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DUT/System, interfaces/channels, existing env. Why a multi-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agent design is required. --&gt;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High-Level Environment Diagram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Describe multi-agent env hierarchy (uvm_test_top, env,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`module6/MULTI_AGENT_ARCHITECTURE.md` — multi-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 env and virtual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`module6/PROTOCOL_VERIFICATION_PLAN.md` —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rules, checkers, 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`module6/INTEGRATION_PLAN.md` — block-to-subsystem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integration strategy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`module4/tb/stream_pkg.sv` — monitor and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 to extend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`scripts/module6.sh` — multi-agent and protocol doc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Protocol rule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protocol rule maps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 fires, coverpoints,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 least one directed or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Illegal sequences and corner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documented with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 behavior.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scenario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stress cross-agent ordering,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arbitration, and backpressure.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scoreboard validates end-to-end data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sideband signals.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Maintainability reviews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Architecture review before adding agents — avoid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duplicate monitors and conflicting checkers.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`./scripts/module6.sh --check` validates multi-agent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protocol planning artifacts.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Protocol verification plan excerpt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Protocol Verification Plan (Module 6)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Define how you will verify protocol correctness (e.g.,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AXI-like, custom bus) using agents, checkers, coverage, and tests.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**Module**: 6 – Complex Multi-Agent &amp; Protocol Testbenches (SV/UVM)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Fill in this document for your design.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`module6/templates/` if needed, or edit the file in `module6/`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`module6/.solutions/`.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Protocol Overview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Protocol name, key characteristics (channels, handshakes,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ordering, error/response semantics). How the protocol is used by the DUT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(roles, traffic patterns). --&gt;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Protocol Agent Strategy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Environment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and multi-channel environment design.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and reusable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Agents and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agent and protocol checker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Scoreboards and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of complex scoreboards and time-based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 and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and analyzing complex, protocol-heavy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Scaffold and validate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Review multi-agent architecture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head -40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module6/templates/MULTI_AGENT_ARCHITECTURE.md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--help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verification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module6/templates/PROTOCOL_VERIFICATION_PLAN.md</a:t>
            </a:r>
          </a:p>
        </p:txBody>
      </p:sp>
      <p:pic>
        <p:nvPicPr>
          <p:cNvPr id="4" name="Picture 3" descr="ex01_protocol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Multi-agent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module6/templates/MULTI_AGENT_ARCHITECTURE.md</a:t>
            </a:r>
          </a:p>
        </p:txBody>
      </p:sp>
      <p:pic>
        <p:nvPicPr>
          <p:cNvPr id="4" name="Picture 3" descr="ex02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Integration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module6/templates/INTEGRATION_PLAN.md</a:t>
            </a:r>
          </a:p>
        </p:txBody>
      </p:sp>
      <p:pic>
        <p:nvPicPr>
          <p:cNvPr id="4" name="Picture 3" descr="ex0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protocol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module6/.solutions/PROTOCOL_VERIFICATION_PLAN.md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document multi-agent UVM environments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protocol-based DUTs.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and integrate protocol agents and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layered architecture patterns to keep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benches maintainable.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Analyze and debug multi-channel, protocol-level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 in simulations.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Multi-agent/multi-channel environment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in `module6/MULTI_AGENT_ARCHITECTURE.md`.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 strategy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`module6/PROTOCOL_VERIFICATION_PLAN.md`.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 and system-level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in `module6/INTEGRATION_PLAN.md`.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bench design reviewed; action items captured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Multi-agent/multi-channel environment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in `module6/MULTI_AGENT_ARCHITECTURE.md`.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 strategy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`module6/PROTOCOL_VERIFICATION_PLAN.md`.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patterns and system-level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in `module6/INTEGRATION_PLAN.md`.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bench design reviewed; action items captured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your planning, environment, and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skills to **complex multi-agent, protocol-heavy 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module6/EXAMPLES.md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