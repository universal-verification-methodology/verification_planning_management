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module7/examples/vip_design/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module7/examples/projects/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module7/examples/best_practices/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module7/examples/solutions/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module7/examples/validate/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Real-World Verification Applications &amp; VIP (SV/UVM)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the full methodology (planning, UVM env,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regressions) to **real-world style blocks…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Apply the full methodology (planning, UVM env, coverage, regressions) to **real-world style blocks and protocols** (e.g., DMA, UART/SPI/I2C…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1–6 built up your **skills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infrastructure**. Module 7 is about **applying**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them to rea…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Real-world DUT / subsystem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Choose DMA-style block,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bus/register IP, or protocol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(UART/SPI/I2C/AXI-lite style).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block diagram,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clocks/resets, and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contracts in `PROJECTS.md`.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VIP package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VIP: agent, sequencer,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driver, monitor, checker,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config objects.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`VIP_DESIGN.md` defines public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API, sequences, and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guide for adopters.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boundaries: what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integrators configure vs what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VIP owns internally.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Production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`rtl/`, `tb/`, `tests/`, `docs/`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consistent naming for handoff to another team.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VIP design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Verification IP (VIP) Design Plan (Module 7)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**Purpose**: Design and document a reusable Verification IP (VIP) for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 chosen protocol or IP block.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**Module**: 7 – Real-World Verification Applications &amp; VIP (SV/UVM)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**Instructions**: Fill in this document for your design. Copy from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`module7/templates/` if needed, or edit the file in `module7/` directly.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Reference: `module7/.solutions/`.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1. VIP Overview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&lt;!-- TODO: Protocol/IP name, intended use. What this VIP should enable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users to do (drive, observe, check, measure, configure). --&gt;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2. VIP Components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&lt;!-- TODO: Table of Component ID, Type, Purpose. Location in codebase.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End-to-end IP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Full lifecycle: requirements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 → tests → coverage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regressions → sign-off preview.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tiers and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goals match production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expectations.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VIP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Self-test environment for the VIP plus integrator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on a reference DUT.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Documentation-driven review: another engineer can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adopt VIP from docs alone.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Quality bar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`BEST_PRACTICES.md` — coding standards, review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checklist, maintenance and versioning.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`./scripts/module7.sh --check` validates project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VIP design documentation.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Project scope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Real-World Verification Projects (Module 7)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**Purpose**: Describe one or more real-world style verification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projects you will implement (DMA, protocols, custom IP, etc.).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**Module**: 7 – Real-World Verification Applications &amp; VIP (SV/UVM)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&gt; **Instructions**: Fill in this document for your design. Copy from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`module7/templates/` if needed, or edit the file in `module7/` directly.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Reference: `module7/.solutions/`.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1. Project Overview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&lt;!-- TODO: For each project: DUT/IP, scope (level, features), goals,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status. Add more projects as needed. --&gt;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## 2. Requirements and Use Cases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&lt;!-- TODO: For each project, list key requirements and use cases. 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End-to-End IP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Applying planning + UVM + coverage + regression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realistic IP.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Realistic test planning, coverage closure,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 operation.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VIP Design and Reuse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Designing and documenting verification IP (VIP)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protocols or blocks.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Production Quality and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 for project structure, code quality,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docs, and maintenance.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7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--help</a:t>
            </a:r>
          </a:p>
        </p:txBody>
      </p:sp>
      <p:pic>
        <p:nvPicPr>
          <p:cNvPr id="4" name="Picture 3" descr="module7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VIP design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module7/templates/VIP_DESIGN.md</a:t>
            </a:r>
          </a:p>
        </p:txBody>
      </p:sp>
      <p:pic>
        <p:nvPicPr>
          <p:cNvPr id="4" name="Picture 3" descr="ex01_vip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Projects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module7/templates/PROJECTS.md</a:t>
            </a:r>
          </a:p>
        </p:txBody>
      </p:sp>
      <p:pic>
        <p:nvPicPr>
          <p:cNvPr id="4" name="Picture 3" descr="ex02_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module7/templates/BEST_PRACTICES.md</a:t>
            </a:r>
          </a:p>
        </p:txBody>
      </p:sp>
      <p:pic>
        <p:nvPicPr>
          <p:cNvPr id="4" name="Picture 3" descr="ex03_best_pract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Reference VIP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-20 module7/.solutions/VIP_DESIGN.md</a:t>
            </a:r>
          </a:p>
        </p:txBody>
      </p:sp>
      <p:pic>
        <p:nvPicPr>
          <p:cNvPr id="4" name="Picture 3" descr="ex04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--check</a:t>
            </a:r>
          </a:p>
        </p:txBody>
      </p:sp>
      <p:pic>
        <p:nvPicPr>
          <p:cNvPr id="4" name="Picture 3" descr="ex05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implement a complete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 for a realistic DUT.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and document reusable VIP that others could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adopt.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Operate regressions and coverage closure as you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would in a real team.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 production-quality code, docs, and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 the lifetime of a project.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 least one substantial real-world style project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described and partially/fully implemented.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or environment design is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`module7/VIP_DESIGN.md` and `module7/PROJECTS.md`.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Best-practices checklist largely satisfied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(`module7/BEST_PRACTICES.md` 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`module7/CHECKLIST.md`).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You can explain your project and design decisions 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 presenting to a review 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 least one substantial real-world style project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described and partially/fully implemented.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VIP or environment design is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`module7/VIP_DESIGN.md` and `module7/PROJECTS.md`.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Best-practices checklist largely satisfied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(`module7/BEST_PRACTICES.md` 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`module7/CHECKLIST.md`).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You can explain your project and design decisions 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 presenting to a review 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the full methodology (planning, UVM env,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coverage, regressions) to **real-world style blocks…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module7/CHECKLIST.md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module7/EXAMPLES.md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