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docs/MODULE2.md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docs/MODULE2.md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module2/EXAMPLES.md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docs/MODULE2.md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docs/MODULE2.md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module2/examples/test_plan/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module2/examples/regression_plan/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module2/examples/coverage_plan/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module2/examples/solutions/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module2/examples/validate/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2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Test Planning &amp; Strategy in Depth (SV/UVM)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Turn your initial verification plan into a detailed,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reviewable **test strategy**, with a structure…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Turn your initial verification plan into a detailed, reviewable **test strategy**, with a structured test catalogue, negative/stress planni…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1 gave you a high-level verification plan,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scope, and early test catalogue. In this module,…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Re-read `module1/VERIFICATION_PLAN.md`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`module1/REQUIREMENTS_MATRIX.md`.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Scaffold Module 2 workspace if needed: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`./scripts/module2.sh --scaffold`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Fill `module2/TEST_PLAN.md`, `REGRESSION_PLAN.md`,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optionally refine `COVERAGE_PLAN.md`.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Map each test intent to a future UVM test name,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sequence, and regression tier.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Validate completeness: `./scripts/module2.sh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--check`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`module2/CHECKLIST.md` before Module 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environment skeleton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`common_dut/tb/stream_fifo_env_s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keleton.sv` — env + agent stubs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(source/sink agents).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Hierarchy: `uvm_test`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`stream_fifo_env` → agents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(future) driver, sequencer,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Interfaces tie to DUT ports via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virtual interfaces or pin-level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connections in the top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testbench.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Test-plan ↔ TB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`TEST_PLAN.md` catalogue entries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map to UVM tests, sequences,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 knobs.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`REGRESSION_PLAN.md` defines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tiers that will eventually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select subsets of tests.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Naming conventions (`SMK_`,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`FTR_`, `ERR_`) link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documentation to future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`uvm_test` names.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Test execution mapping (planning level)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Each catalogue row specifies: UVM test class, base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sequence, plusargs/seeds, and regression tier.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Smoke tests map to short directed sequences; stress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 map to long-run or backpressure scenarios.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Error-injection tests document illegal handshake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overflow/underflow stimulus intent.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`./scripts/module2.sh --check` confirms test plan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sections and TB skeleton references exist.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Handshake logic (push/pop)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assign s_ready = (count &lt; DEPTH);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assign m_valid = (count != 0);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assign level   = count;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// Determine when to push/pop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always_comb begin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push = s_valid &amp;&amp; s_ready;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pop  = m_valid &amp;&amp; m_ready;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Agent stub — build_phase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class stream_fifo_agent_skeleton extends uvm_agent;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`uvm_component_utils(stream_fifo_agent_skeleton)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function new(string name = "stream_fifo_agent_skeleton", uvm_component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parent = null);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super.new(name, parent);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endfunction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function void build_phase(uvm_phase phase);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super.build_phase(phase);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Stub: add driver, sequencer, monitor in later modules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endfunction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function void connect_phase(uvm_phase phase);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super.connect_phase(phase);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Stub: connect driver to sequencer, etc.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`module2/TEST_PLAN.md` — detailed test catalogue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taxonomy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`module2/REGRESSION_PLAN.md` — tier definitions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pass/fail policy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`module2/COVERAGE_PLAN.md` — coverage intent linked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`common_dut/tb/stream_fifo_env_skeleton.sv` — env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hierarchy your tests will target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`common_dut/rtl/stream_fifo.sv` — handshake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status behavior to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`scripts/module2.sh` — structure and completeness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Smoke/sanity — fast checks after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every change; feature — per-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requirement depth.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Stress / long-run — backlog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pressure, sustained traffic;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error injection — overflow,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underflow, ill…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Each type documents expected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runtime class and whether seeds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are fixed or varied.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Regression tiering (planning level)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Assign every catalogue test to sanity, core, stress,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 full tiers.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 pass/fail policy preview and which negative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 are safe for frequent runs.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`./scripts/module2.sh --check` verifies plan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completeness and TB skeleton presence.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Plan seed strategy, constraint overrides,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plusargs per test for debuggable random runs.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2 — scaffold and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#!/usr/bin/env bash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Module 2: Test Planning &amp; Strategy Orchestrator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This script summarizes and checks the planning artifacts for Module 2.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Usage: ./scripts/module2.sh [OPTIONS]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set -euo pipefail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Colors for output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RED='\033[0;31m'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GREEN='\033[0;32m'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YELLOW='\033[1;33m'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 Taxonomy and Structure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Smoke/sanity vs feature vs stress vs error-injection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vs performance (if applicable).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vs constrained-random vs scenario-based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Tiers and Frequency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Per-commit / pre-push tests.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Nightly regression suites.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 Taxonomy and Structure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Weekly full or long-running suites.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Mapping to 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How test types relate to UVM tests and sequences.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configuration objects / plusargs / factory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overrides to specialize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Test Catalogue Refinement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From List to Catalogue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Expanding the initial 10–20 test intents into a more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complete catalogue.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Grouping tests by feature, interface, or requirement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group.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Naming and Metadata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ID conventions (e.g., `SMK_`, `FTR_`, `STR_`,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`ERR_` prefixes).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Metadata: owner, runtime class (short/medium/long),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deterministic vs random, seed handling.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Test Catalogue Refinement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Redundancy and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Identifying overlapping tests and merging where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reasonable.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Distinguishing “coverage-driving” tests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“regression guardrail”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Negative, Stress, and Corner-Case Planning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Negative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Illegal sequences, protocol violations, out-of-range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Malformed packets/transactions, timing violations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(where meaningful).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Stress and Long-Run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High-load / long-duration tests.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Pseudo-random traffic, back-to-back operations,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resource exhaustion.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Negative, Stress, and Corner-Case Planning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Corner Cases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Boundary values, wrap-around conditions, reset-in-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the-middle, mode transitions.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Instrumentation Needs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additional checks, monitors, or assertions 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needed to support these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Seeds, Constraints, and Reproducibility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Seed Strategy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fix seeds vs vary them.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How to record seeds for debugging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reproducibility.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Constraints and Randomization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High-level constraints in sequences vs constraint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overrides per test.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Guarding against “over-constrained” tests that hide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Seeds, Constraints, and Reproducibility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Parameters and Configurations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UVM configuration database, plusargs,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 files.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Planning for parametrization (e.g., data width,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depth, mode).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Regression Tiering and Policies (Planning Level)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Tiers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Tier definitions (e.g., `sanity`, `core_feature`,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`stress`, `full`).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Target runtimes and approximate test counts for each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tier.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Assignment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Mapping each test in the catalogue to one or more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tiers.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Deciding which negative/stress tests are safe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frequent runs.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Regression Tiering and Policies (Planning Level)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Pass/Fail Policies (Preview)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counts as a pass, fail, flake.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quarantine strategy for flaky tests (details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later modules).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Coordination with Coverage and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Closing Loops with Requirements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Ensuring each high-priority requirement has enough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 (not just one).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Verifying that tests exercise planned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points.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Coverage-Driven Test Gaps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Identifying missing tests from coverage perspective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(e.g., unhit bins).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Planning targeted tests to close meaningful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holes.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Command reference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Scaffold and validate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./scripts/module2.sh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Review test and regression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head -40 module2/templates/TEST_PLAN.md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2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./scripts/module2.sh --help</a:t>
            </a:r>
          </a:p>
        </p:txBody>
      </p:sp>
      <p:pic>
        <p:nvPicPr>
          <p:cNvPr id="4" name="Picture 3" descr="module2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./scripts/module2.sh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Test plan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-30 module2/templates/TEST_PLAN.md</a:t>
            </a:r>
          </a:p>
        </p:txBody>
      </p:sp>
      <p:pic>
        <p:nvPicPr>
          <p:cNvPr id="4" name="Picture 3" descr="ex01_test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Regression plan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-25 module2/templates/REGRESSION_PLAN.md</a:t>
            </a:r>
          </a:p>
        </p:txBody>
      </p:sp>
      <p:pic>
        <p:nvPicPr>
          <p:cNvPr id="4" name="Picture 3" descr="ex02_regressio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Coverage plan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-25 module2/templates/COVERAGE_PLAN.md</a:t>
            </a:r>
          </a:p>
        </p:txBody>
      </p:sp>
      <p:pic>
        <p:nvPicPr>
          <p:cNvPr id="4" name="Picture 3" descr="ex03_coverage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Reference test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-20 module2/.solutions/TEST_PLAN.md</a:t>
            </a:r>
          </a:p>
        </p:txBody>
      </p:sp>
      <p:pic>
        <p:nvPicPr>
          <p:cNvPr id="4" name="Picture 3" descr="ex04_sol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Module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./scripts/module2.sh --check</a:t>
            </a:r>
          </a:p>
        </p:txBody>
      </p:sp>
      <p:pic>
        <p:nvPicPr>
          <p:cNvPr id="4" name="Picture 3" descr="ex05_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a structured test taxonomy tailored to your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DUT and UVM environment.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Maintain a rich test catalogue with clear metadata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priorities.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Plan explicit negative, stress, and corner-case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Define initial regression tiers and assign tests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them.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Explain how your test plan supports requirements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 and coverage closure.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 `module2/TEST_PLAN.md`, define: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types with definitions and examples.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Tiers (sanity, core, stress, full) with expected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runtime budgets.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at least 10 existing tests from Module 1,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assign: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Type, tier, and expected runtime.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Grow your catalogue to 25–40 tests (intents),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focusing 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Feature coverage.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Interface/protocol scenarios.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Mode and configuration combinations.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Identify at least 3 redundant or low-value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Merge or remove them, documenting the decision.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 at least: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3 negative tests (illegal, malformed, or out-of-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range behavior).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3 stress or long-run tests.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each, define: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Preconditions and exact stimuli.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Expected behavior (including assertions/flags).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Special logging or debug support needed.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Decide: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Which tests will run with fixed vs varying seeds.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How seeds will be passed (e.g., plusargs, config).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 this in `module2/TEST_PLAN.md` and update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`module1/REQUIREMENTS_MATRIX.md` if needed.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 `module2/REGRESSION_PLAN.md`, define: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Tier names, cadence (per-commit, nightly, weekly),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runtime targets.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Inclusion criteria for tests in each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each test in your catalogue, add a column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indicating: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Primary tier(s) it belongs 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Runtime Budgeting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Flake-Resistance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Traceability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Has a written test taxonomy and tier definition.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catalogue expanded and de-duplicated with clear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metadata.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Negative, stress, and corner-case tests 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explicitly planned.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Seed and randomness policy is documented.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 draft regression plan exists with test-to-tier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mapping.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Requirements and coverage implications are reflected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the updated plan/matrix.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Turn your initial verification plan into a detailed,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reviewable **test strategy**, with a structure…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module2/CHECKLIST.md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module2/EXAMPLES.md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Coverage Planning &amp; Analysis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