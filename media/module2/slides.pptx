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module2/examples/test_plan/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module2/examples/regression_plan/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module2/examples/coverage_plan/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Test Planning &amp; Strategy in Depth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Turn your initial verification plan into a detailed,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reviewable **test strategy**, with a structure…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Turn your initial verification plan into a detailed, reviewable **test strategy**, with a structured test catalogue, negative/stress planni…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 gave you a high-level verification plan,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scope, and early test catalogue. In this module,…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environment skeleton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`common_dut/tb/stream_fifo_env_s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keleton.sv` — env + agent stubs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(source/sink agents).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Hierarchy: `uvm_test`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`stream_fifo_env` → agents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(future) driver, sequencer,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tie to DUT ports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interfaces or pin-level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connections in the top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testbench.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Test-plan ↔ TB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`TEST_PLAN.md` catalogue entries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map to UVM tests, sequences,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 knobs.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`REGRESSION_PLAN.md` defines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tiers that will eventually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select subsets of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conventions (`SMK_`,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`FTR_`, `ERR_`) link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documentation to future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`uvm_test` names.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Handshake logic (push/pop)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assign s_ready = (count &lt; DEPTH);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assign m_valid = (count != 0);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assign level   = count;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Determine when to push/pop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always_comb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push = s_valid &amp;&amp; s_ready;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pop  = m_valid &amp;&amp; m_ready;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Agent stub — build_phase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stream_fifo_agent_skeleton extends uvm_agent;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`uvm_component_utils(stream_fifo_agent_skeleton)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new(string name = "stream_fifo_agent_skeleton", uvm_component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parent = null);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super.new(name,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void build_phase(uvm_phase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super.build_phase(phase);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Stub: add driver, sequencer, monitor in later modules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void connect_phase(uvm_phase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super.connect_phase(phase);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Stub: connect driver to sequencer, etc.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Smoke/sanity — fast checks 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every change; feature — per-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requirement depth.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Stress / long-run — backlog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pressure, sustained traffic;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 injection — overflow,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underflow, ill…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type documents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 class and whether seeds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are fixed or varied.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Regression tiering (planning level)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 every catalogue test to sanity, core, stress,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full tiers.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pass/fail policy preview and which negative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are safe for frequent runs.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`./scripts/module2.sh --check` verifies plan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completeness and TB skeleton presence.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 seed strategy, constraint overrides,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plusargs per test for debuggable random runs.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 Taxonomy and Structure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Smoke/sanity vs feature vs stress vs error-injection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vs performance (if applicable).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vs constrained-random vs scenario-based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Tiers and Frequency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Per-commit / pre-push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Nightly regression suites.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 Taxonomy and Structure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Weekly full or long-running suites.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to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test types relate to UVM tests and sequences.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configuration objects / plusargs /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 to specialize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 Catalogue Refinement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List to Catalogue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Expanding the initial 10–20 test intents into a more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 catalogue.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Grouping tests by feature, interface, or requirement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group.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and Metadata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ID conventions (e.g., `SMK_`, `FTR_`, `STR_`,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`ERR_` prefixes).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Metadata: owner, runtime class (short/medium/long),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deterministic vs random, seed handling.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 Catalogue Refinement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Redundancy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Identifying overlapping tests and merging where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reasonable.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Distinguishing “coverage-driving” tests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“regression guardrail”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Negative, Stress, and Corner-Case Planning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Negative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Illegal sequences, protocol violations, out-of-range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Malformed packets/transactions, timing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(where meaningful).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Stress and Long-Run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High-load / long-duration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Pseudo-random traffic, back-to-back operations,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resource exhaustion.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Negative, Stress, and Corner-Case Planning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Corner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Boundary values, wrap-around conditions, reset-in-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the-middle, mode transitions.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Instrumentation Needs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additional checks, monitors, or assertions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needed to support these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Seeds, Constraints, and Reproducibility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Strategy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fix seeds vs vary them.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to record seeds for debugging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reproducibility.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 and Randomization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High-level constraints in sequences vs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 per test.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Guarding against “over-constrained” tests that hide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Seeds, Constraints, and Reproducibility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Parameters and Configurations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UVM configuration database, plusargs,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 files.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Planning for parametrization (e.g., data width,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depth, mode).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Regression Tiering and Policies (Planning Level)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Tiers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Tier definitions (e.g., `sanity`, `core_feature`,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`stress`, `full`).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Target runtimes and approximate test counts for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each test in the catalogue to one or more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Deciding which negative/stress tests are safe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frequent runs.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Regression Tiering and Policies (Planning Level)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Policies (Preview)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counts as a pass, fail, flake.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quarantine strategy for flaky tests (details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later modules).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Coordination with Coverage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Closing Loops with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Ensuring each high-priority requirement has enough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(not just one).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Verifying that tests exercise planned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points.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Coverage-Driven Test Gaps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Identifying missing tests from coverage perspective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(e.g., unhit bins).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Planning targeted tests to close meaningful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holes.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--test-plan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./scripts/module2.sh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 plan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module2/templates/TEST_PLAN.md</a:t>
            </a:r>
          </a:p>
        </p:txBody>
      </p:sp>
      <p:pic>
        <p:nvPicPr>
          <p:cNvPr id="4" name="Picture 3" descr="ex01_test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Regression plan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module2/templates/REGRESSION_PLAN.md</a:t>
            </a:r>
          </a:p>
        </p:txBody>
      </p:sp>
      <p:pic>
        <p:nvPicPr>
          <p:cNvPr id="4" name="Picture 3" descr="ex02_regression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Coverage plan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module2/templates/COVERAGE_PLAN.md</a:t>
            </a:r>
          </a:p>
        </p:txBody>
      </p:sp>
      <p:pic>
        <p:nvPicPr>
          <p:cNvPr id="4" name="Picture 3" descr="ex03_coverag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test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module2/.solutions/TEST_PLAN.md</a:t>
            </a:r>
          </a:p>
        </p:txBody>
      </p:sp>
      <p:pic>
        <p:nvPicPr>
          <p:cNvPr id="4" name="Picture 3" descr="ex04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 structured test taxonomy tailored to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and UVM environment.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 a rich test catalogue with clear metadata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priorities.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 explicit negative, stress, and corner-case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initial regression tiers and assign tests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how your test plan supports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and coverage closure.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 `module2/TEST_PLAN.md`, define: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types with definitions and examples.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Tiers (sanity, core, stress, full) with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 budgets.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at least 10 existing tests from Module 1,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Type, tier, and expected runtime.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Grow your catalogue to 25–40 tests (intents),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focusing 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Feature coverage.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Interface/protocol scenarios.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 and configuration combinations.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 at least 3 redundant or low-value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Merge or remove them, documenting the decision.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at least: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 negative tests (illegal, malformed, or out-of-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range behavior).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 stress or long-run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each, define: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Preconditions and exact stimuli.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behavior (including assertions/flags).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logging or debug support needed.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Decide: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Which tests will run with fixed vs varying seeds.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seeds will be passed (e.g., plusargs, config).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this in `module2/TEST_PLAN.md` and update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`module1/REQUIREMENTS_MATRIX.md` if needed.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 `module2/REGRESSION_PLAN.md`, define: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Tier names, cadence (per-commit, nightly, weekly),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runtime targets.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Inclusion criteria for tests in each tier.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each test in your catalogue, add a column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indicating: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Primary tier(s) it belongs 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Budgeting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Flake-Resistance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Traceability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Has a written test taxonomy and tier definition.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catalogue expanded and de-duplicated with clear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metadata.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Negative, stress, and corner-case tests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explicitly planned.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and randomness policy is documented.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draft regression plan exists with test-to-tier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mapping.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Requirements and coverage implications are reflected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the updated plan/matrix.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Turn your initial verification plan into a detailed,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reviewable **test strategy**, with a structure…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module2/EXAMPLES.md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Coverage Planning &amp; Analysis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