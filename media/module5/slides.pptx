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docs/MODULE5.md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docs/MODULE5.md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module5/EXAMPLES.md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docs/MODULE5.md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docs/MODULE5.md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module5/examples/regression_ops/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module5/examples/debug_flake/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module5/examples/advanced_uvm/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module5/examples/solutions/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module5/examples/validate/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5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Regression Management &amp; Advanced UVM Orchestration (SV/UVM)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Turn your test, coverage, and environment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into a **robust regression system** that scales:…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Turn your test, coverage, and environment designs into a **robust regression system** that scales: advanced sequence orchestration (includi…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1–4 established **what to test**, **how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measure**, and **how to build a solid UVM enviro…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Re-read `module2/REGRESSION_PLAN.md`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`module4/ENV_DESIGN.md`.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Scaffold Module 5 workspace: `./scripts/module5.sh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--scaffold`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regression ops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`module5/REGRESSION_OPS.md` and advanced UVM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`ADVANCED_UVM_PLAN.md`.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 flake handling in `DEBUG_FLAKE_PLAN.md`.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virtual sequences, callbacks, or config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patterns in `common_dut/tb/`.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Validate: `./scripts/module5.sh --check`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Regression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Local quick loops, CI gated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merges, optional farm for long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suites (`REGRESSION_OPS.md`).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launcher selects tier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→ test list → seeds →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merge → report artifacts.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Advanced UVM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sequences coordinate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 agents (e.g.,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concurrent source/sink traffic).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Callbacks and config DB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mode switches without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rewriting 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`ADVANCED_UVM_PLAN.md`;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implemented under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`common_dut/tb/`.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Regression launch and triage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Launch: tier script selects test list, seeds,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plusargs, and parallelism level.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Execute: each test produces log, optional waveform,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coverage database.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Collect: merge coverage, aggregate pass/fail,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flag timeouts or assertion failures.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Triage: reproduce with saved seed;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`DEBUG_FLAKE_PLAN.md` for intermittent failures.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Report: publish tier summary for sign-off review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nightly dashboard consumption.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Monitor — analysis 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 stream_monitor extends uvm_component;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`uvm_component_utils(stream_monitor)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virtual stream_if.slave vif;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uvm_analysis_port #(stream_item) ap;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new(string name, uvm_component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super.new(name,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ap = new("ap", this);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task run_phase(uvm_phase 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stream_item tr;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if (vif == null)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stream_test — run_phase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 stream_test extends uvm_test;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`uvm_component_utils(stream_test)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stream_env env;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new(string name, uvm_component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super.new(name,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void build_phase(uvm_phase 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super.build_phase(phase);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env = stream_env::type_id::create("env", this);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task run_phase(uvm_phase 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`module5/REGRESSION_OPS.md` — tiers, launchers,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CI/farm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`module5/ADVANCED_UVM_PLAN.md` — virtual sequences,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callbacks, config DB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`module5/DEBUG_FLAKE_PLAN.md` — flake detection,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quarantine, debug workflow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`module4/tb/stream_pkg.sv` — monitor, test,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patterns to extend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`scripts/module5.sh` — regression and advanced-UVM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Operational regression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Every tier has target runtime,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pass criteria, and artifact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retention (logs, waves,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DB).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Failures triaged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reproducible seeds and minimized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waveforms.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Flake and performance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`DEBUG_FLAKE_PLAN.md` — detect flaky tests,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quarantine policy, timeout budgets.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tuning: parallel jobs, test ordering,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dropping redundant long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Data-driven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regression + coverage history to prioritize new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 and retire low-value ones.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`./scripts/module5.sh --check` validates ops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advanced-UVM planning docs.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5 — regression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#!/usr/bin/env bash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Module 5: Regression &amp; Advanced UVM Orchestrator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This script summarizes and checks the artifacts for Module 5.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 ./scripts/module5.sh [OPTIONS]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set -euo pipefail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Colors for output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RED='\033[0;31m'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GREEN='\033[0;32m'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YELLOW='\033[1;33m'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Concrete Regression Flows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Local vs CI vs Farm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Developer “inner loop” (fast, focused subsets).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CI per-commit/per-PR runs (sanity + selected CORE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Nightly/weekly farm runs (CORE/STRESS/FULL tiers).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Command-Line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Standardizing make/pytest/regression wrapper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Concrete Regression Flows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Passing seeds, tiers, and configuration via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plusargs/env/CLI options.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Job Definitions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Defining named regression jobs (e.g., `sanity`,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`core_nightly`, `stress_weekly`).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Mapping jobs to tiers, test lists, and resource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Advanced UVM Orchestration (Virtual Sequences &amp; Multi-Agent)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Sequencers &amp; Virtual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Coordinating multiple agents (e.g., data + control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sideband).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sequences that correspond to system-level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scenarios.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Mapping to Test Plan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Mapping high-level test intents to virtual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virtual sequences to implement complex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scenarios (reset-in-flight, multi-channel flows).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Advanced UVM Orchestration (Virtual Sequences &amp; Multi-Agent)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&amp; Callbacks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complex configuration objects to parameterize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callbacks to inject debug behavior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temporary instrumentation.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Flake Management and Stability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Flaky Test Identification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Signals of flakiness (non-deterministic failures,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timeouts).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and metadata needed to diagnose flakiness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(test ID, seed, environment).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Policies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Criteria for marking a test as flaky.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Temporary quarantine vs immediate fix.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Flake Management and Stability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Automatic rerun strategies (e.g., N-of-M reruns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confirm flakiness).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Designing Flake-Resistant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Avoiding hidden dependencies on timing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Ensuring proper resets and deterministic seeding.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Debug &amp; Observability Strategy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Standardized log formats (prefixes, IDs, levels).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Per-test log collection and retention policies.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Waveforms and Traces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dump waves (always for failures, selectively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passes).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to configure trace windows (e.g., last 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microseconds before failure).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Debug &amp; Observability Strategy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Failure Triage Workflow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Quick checks (assertion vs scoreboard vs timeout).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Reproduction steps (same test, same seed, smaller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subset).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Performance and Scalability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Bottleneck Identification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Longest-running tests and why.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Hot spots in sequences, drivers, or reference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models.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Optimization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Reducing redundant work (e.g., fewer warm-up cycles,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targeted stress).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configuration to scale test depth per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Performance and Scalability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Capacity Planning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Estimating how many tests can run per hour/day.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Planning parallelism and job sharding.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Coverage-Driven Regression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Coverage to Shape Regressions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Prioritizing tests that contribute most to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gaps.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Designing “closure suites” for specific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areas.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Bug-Driven Refinement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bug history to prioritize tests and sequences.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Ensuring that fixed bugs get regression tests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Scaffold and validate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./scripts/module5.sh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Inspect test run_phase and monitor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grep -n "class stream_test" module4/tb/stream_pkg.sv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5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--help</a:t>
            </a:r>
          </a:p>
        </p:txBody>
      </p:sp>
      <p:pic>
        <p:nvPicPr>
          <p:cNvPr id="4" name="Picture 3" descr="module5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./scripts/module5.sh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Regression operations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-30 module5/templates/REGRESSION_OPS.md</a:t>
            </a:r>
          </a:p>
        </p:txBody>
      </p:sp>
      <p:pic>
        <p:nvPicPr>
          <p:cNvPr id="4" name="Picture 3" descr="ex01_regression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Debug and flake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module5/templates/DEBUG_FLAKE_PLAN.md</a:t>
            </a:r>
          </a:p>
        </p:txBody>
      </p:sp>
      <p:pic>
        <p:nvPicPr>
          <p:cNvPr id="4" name="Picture 3" descr="ex02_debug_fl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Advanced UVM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module5/templates/ADVANCED_UVM_PLAN.md</a:t>
            </a:r>
          </a:p>
        </p:txBody>
      </p:sp>
      <p:pic>
        <p:nvPicPr>
          <p:cNvPr id="4" name="Picture 3" descr="ex03_advanced_u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Reference regression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-20 module5/.solutions/REGRESSION_OPS.md</a:t>
            </a:r>
          </a:p>
        </p:txBody>
      </p:sp>
      <p:pic>
        <p:nvPicPr>
          <p:cNvPr id="4" name="Picture 3" descr="ex04_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Module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--check</a:t>
            </a:r>
          </a:p>
        </p:txBody>
      </p:sp>
      <p:pic>
        <p:nvPicPr>
          <p:cNvPr id="4" name="Picture 3" descr="ex05_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Define and run repeatable regression flows across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local and CI/farm environments.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virtual sequences and advanced UVM patterns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orchestrate complex scenarios.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Detect, triage, and manage flaky tests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instability in regressions.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a practical debug and observability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strategy (logs, waves, metadata).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coverage and bug data to prioritize and refine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 content.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 `module5/REGRESSION_OPS.md`, define at least: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 `sanity` job (fast, per-commit).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 `core_nightly` job.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 `stress_weekly` or `full_release` job.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 each job, specify: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Tier(s), test selection rules, expected runtime,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invocation commands.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 `module5/ADVANCED_UVM_PLAN.md`, map several high-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level tests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Specific virtual sequences and their participating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agents/sequencers.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configuration parameters (modes, seeds, error-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injection toggles).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Identify at least 3 scenarios that require multi-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 coordination.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 `module5/DEBUG_FLAKE_PLAN.md`, define: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constitutes a flake in your context.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many reruns you perform to confirm flakiness.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you quarantine and track flaky 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How/when they must be fixed before sign-off.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 log naming and locations.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and how to generate waveforms.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Minimum metadata required in failure reports (test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ID, seed, tier, DUT hash).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on at least one failing test that you can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reproduce and debug using these artifacts.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Runtime Tuning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Coverage-Driven Job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Resilience Drill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Concrete regression jobs and commands captured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`module5/REGRESSION_OPS.md`.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 and advanced UVM usage planned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`module5/ADVANCED_UVM_PLAN.md`.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Flake and debug strategy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`module5/DEBUG_FLAKE_PLAN.md`.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flows demonstrably support coverage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sign-off goals.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Turn your test, coverage, and environment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into a **robust regression system** that scales:…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module5/CHECKLIST.md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module5/EXAMPLES.md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