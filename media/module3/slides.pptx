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module3/examples/coverage_design/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module3/examples/coverage_run/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module3/examples/tb_coverage/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Coverage Planning &amp; Analysis in Practice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implement a practical **coverage model**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(functional + code), connect it to your UVM env…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Design and implement a practical **coverage model** (functional + code), connect it to your UVM environment and test plan, and perform firs…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1–2 focused on **what to test** and **how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 tests and regressions**. Module 3 tu…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 in the UVM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lives in `co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mmon_dut/tb/stream_fifo_coverage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.sv` (covergroups, crosses).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Monitors/agents sample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that feed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coverpoints (fill level,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 patterns, errors).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`COVERAGE_DESIGN.md` is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authoritative map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requirements → coverpoints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Code coverage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line/branch/FSM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configured in your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scripts (documented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`COVERAGE_RUN.md`).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functional vs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roles: intent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 exercised.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Coverage model — covergroups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covergroup cg_ops;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option.per_instance = 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cp_op_type: coverpoint op_type {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bins idle          = { 0 };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bins push_only     = { 1 };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bins pop_only      = { 2 };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bins push_and_pop  = { 3 };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endgroup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CG_LEVEL: Occupancy levels (empty / low / mid / high / full)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covergroup cg_level;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option.per_instance = 1;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cp_level: coverpoint level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Coverage-driven verification (CDV)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a CORE-tier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subset, merge coverage,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against goals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`COVERAGE_PLAN.md`.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gap analysis to add targeted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or relax/remove low-value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bins — not blind random runs.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Closure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Requirements → tests → coverpoints → measured bins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updated plan/tests.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`./scripts/module3.sh --check` expects covergroup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references and coverage design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Reporting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each run in `COVERAGE_RUN.md` with tool, seed,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tier, and top uncovered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sample() integration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function new(int depth_param = 16);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depth = depth_param;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cg_ops   = new();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cg_level = new();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cg_flags = new();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Call from monitor on posedge clk after driving level, op_type,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overflow, underflow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sample();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cg_ops.sample();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cg_level.sample();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cg_flags.sample();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From Coverage Plan to Concrete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Refinement of Coverage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Translating high-level goals into specific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covergroups and bins.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Deciding which metrics are *must-hit* vs *nice-to-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have*.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Model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Organizing covergroups by feature, interface,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Choosing the right placement (agent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reference model, etc.).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Functional Coverage Implementation (SV/UVM)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Covergroup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`covergroup` declaration, sampling events (`@`),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Coverpoints: bins, ranges, wildcards, ignore/illegal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 coverage: when and how to cross (and when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 Strategy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Sampling on transactions vs clocks vs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Functional Coverage Implementation (SV/UVM)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Avoiding oversampling/undersampling.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UVM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Embedding covergroups in monitors/scoreboards.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analysis ports/exports for coverage sampling.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Code Coverage Setup and Interpretation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Enabling Code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Turning on statement/branch/toggle coverage in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Handling compile-time options and run-time switches.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Interpreting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coverage reports and understanding common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metrics.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Distinguishing real gaps from unreachable or out-of-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scope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Code Coverage Setup and Interpretation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Managing Exclusions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Identifying truly unreachable code.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Documenting exclusions and waivers with rationale.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Running Coverage-Enabled Regressions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Pilot Regressions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 with a modest CORE-tier run (not 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Ensure coverage data collection is working end-to-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Merging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Combining coverage from multiple tests/regressions.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how your tool merges coverage across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 and seeds.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Running Coverage-Enabled Regressions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Automating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Hooks in your regression/CI scripts to generate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databases/reports.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Coverage Analysis and Gap Closure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Gap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Finding unhit or low-hit coverpoints and crosses.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Detecting missing or ineffective coverage (bins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never can be hit).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Root-Cause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 the gap due to: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or mis-specified tests?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Coverage Analysis and Gap Closure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Overly tight constraints?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Incomplete coverage model?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Truly unreachable or out-of-scope functionality?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or modifying tests (directed or constrained-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Adjusting constraints or sequences.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Coverage Analysis and Gap Closure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Refining or pruning coverage points.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Documenting waivers where appropriate.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Connecting Coverage to Requirements and Sign-off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Ensuring high-priority requirements are covered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both tests and coverage.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Updating `REQUIREMENTS_MATRIX.md` with coverage IDs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status.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Interpreting Coverage for Sign-off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when “100% coverage” is meaningful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(and when it isn’t).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Combining coverage with bug metrics and expert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Connecting Coverage to Requirements and Sign-off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Preparing for Later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coverage insights will influence later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and sign-off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--help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 design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module3/templates/COVERAGE_DESIGN.md</a:t>
            </a:r>
          </a:p>
        </p:txBody>
      </p:sp>
      <p:pic>
        <p:nvPicPr>
          <p:cNvPr id="4" name="Picture 3" descr="ex01_coverag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 run log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module3/templates/COVERAGE_RUN.md</a:t>
            </a:r>
          </a:p>
        </p:txBody>
      </p:sp>
      <p:pic>
        <p:nvPicPr>
          <p:cNvPr id="4" name="Picture 3" descr="ex02_coverage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TB coverage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-40 common_dut/tb/stream_fifo_coverage.sv</a:t>
            </a:r>
          </a:p>
        </p:txBody>
      </p:sp>
      <p:pic>
        <p:nvPicPr>
          <p:cNvPr id="4" name="Picture 3" descr="ex03_tb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coverage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module3/.solutions/COVERAGE_DESIGN.md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implement a concrete functional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 for your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Enable and collect code coverage from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coverage-enabled regressions and interpret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reports.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 a structured coverage gap analysis and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closure actions.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 coverage results back to requirements and sign-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off criteria.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Choose 2–4 key features or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each, implement: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covergroup with meaningful coverpoints.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useful cross (if warranted).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Integrate sampling into your UVM monitor/scoreboard.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that bins are being hit in basic tests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SANITY/CORE tests).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Enable statement/branch coverage in your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build/run 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a small set of tests (e.g., SANITY or a subset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of CORE).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and inspect the coverage report.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Any obvious coverage gaps in well-understood code.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Any code that appears to be unreachable or out-of-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scope.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`module3/COVERAGE_RUN.md`, record at least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run: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Date, DUT version, test set/tier, seed policy,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 version.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coverage metrics (summary) and major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List at least 5 concrete coverage gaps and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initial hypotheses.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at least 3 significant gaps: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Decide whether to: add tests, tune constraints,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refine coverage, or waive.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the chosen action and expected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`module2/TEST_PLAN.md` (new/updated tests).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`module2/COVERAGE_PLAN.md`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`module3/COVERAGE_DESIGN.md`.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`module1/REQUIREMENTS_MATRIX.md` (coverage mappings,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waivers).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Over-Coverage vs Under-Coverage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vs Bug History (if available)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Functional coverage model implemented for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features/interfaces.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coverage successfully enabled and reports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coverage run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`COVERAGE_RUN.md`.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gaps identified and categorized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(test/constraint/model/waiver).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 actions planned and reflected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test/coverage/requirements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implement a practical **coverage model**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(functional + code), connect it to your UVM env…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module3/EXAMPLES.md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UVM Environment and Checker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