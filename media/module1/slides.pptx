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docs/MODULE1.md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docs/MODULE1.md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module1/EXAMPLES.md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module1/EXAMPLES.md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docs/MODULE1.md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module1/examples/plan_template/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module1/examples/matrix_template/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module1/examples/solutions/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module1/examples/dut_rtl/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module1/examples/validate/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Verification Planning &amp; Management Foundations (SV/UVM)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Learn how to turn a DUT specification into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concrete verification plan, with clear strategy,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Learn how to turn a DUT specification into a concrete verification plan, with clear strategy, coverage intent, and regression approach, usi…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establishes the foundation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**verification planning and management**. Instead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this module doc and `module1/README.md`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objectives and workspace layout.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Scaffold planning files if needed: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`./scripts/module1.sh --scaffold`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Edit `module1/VERIFICATION_PLAN.md`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`module1/REQUIREMENTS_MATRIX.md` from templates.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Inspect shared DUT RTL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`common_dut/rtl/stream_fifo.sv` and the TB skeleton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under `common_dut/tb/…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Validate planning artifacts: `./scripts/module1.sh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--check`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`module1/CHECKLIST.md` before starting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Stream FIFO DUT (shared course 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DUT: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`common_dut/rtl/stream_fifo.sv`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parameterizable `DEPTH`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`DATA_WIDTH`.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Source interface: `s_valid`,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`s_ready`, `s_data` (push when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both valid and ready).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Sink interface: `m_valid`,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`m_ready`, `m_data` (pop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Internal storage: circular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buffer (`mem`, `wr_ptr`,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`rd_ptr`, `count`).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Status outputs: `level`, sticky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`overflow` / `underflow`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illegal handshakes.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Planning-level verification view (Module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full UVM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required yet — document intended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 boundaries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`VERIFICATION_PLAN.md…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`REQUIREMENTS_MATRIX.md` traces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 → future tests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bins.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`common_dut/tb/` holds skeleton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stubs so architecture decisions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are concrete, not abstract.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Repository layout and planning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Inputs: DUT spec, course README, Module 1 templates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optional solutions.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Workspace: edit `module1/*.md` planning documents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directly in the repository.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RTL/TB: `common_dut/` holds the physical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skeleton env reused in later modules.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Validation loop: edit plan →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`./scripts/module1.sh --check` → fix TODOs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checklist sign-off.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Outputs: verification scope, strategy,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catalogue intents, and coverage sketch for Module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DUT — stream_fifo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stream_fifo #(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parameter int DATA_WIDTH = 8,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parameter int DEPTH      = 16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input  logic                     clk,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input  logic                     rst_n,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// Source (input) interface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input  logic                     s_valid,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input  logic [DATA_WIDTH-1:0]    s_data,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output logic                     s_ready,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// Sink (output) interface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output logic                     m_valid,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output logic [DATA_WIDTH-1:0]    m_data,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input  logic                     m_ready,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UVM env skeleton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class stream_fifo_env_skeleton extends uvm_env;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stream_fifo_agent_skeleton src_agent;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stream_fifo_agent_skeleton snk_agent;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`uvm_component_utils(stream_fifo_env_skeleton)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new(string name = "stream_fifo_env_skeleton", uvm_component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parent = null);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super.new(name,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void build_phase(uvm_phase 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super.build_phase(phase);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src_agent = stream_fifo_agent_skeleton::type_id::create("src_agent",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this);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snk_agent = stream_fifo_agent_skeleton::type_id::create("snk_agent",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this);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`module1/VERIFICATION_PLAN.md` —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strategy, scope, and test intents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`module1/REQUIREMENTS_MATRIX.md` — requirements-to-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traceability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`module1/templates/` — empty templates for a fresh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`module1/.solutions/` — reference solutions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(optional comparison)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`common_dut/rtl/stream_fifo.sv` — shared course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(stream FIFO)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`common_dut/tb/stream_fifo_env_skeleton.sv` —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 stub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`scripts/module1.sh` — validation and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orchestrator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Planning-first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 from spec → scope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strategy before writing large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amounts of testbench code.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risk-based prioritization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decide what to verify first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later modules.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verification objectives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(quality/risk)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 details.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 intent and validation (Module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Capture test intents (names, goals, tiers) in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plan — not full UVM tests yet.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vs constrained-random choices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documented with rationale for the FIFO DUT.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`./scripts/module1.sh --check` validates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planning artifacts; simulation is optional.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Early closure 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Sketch functional coverage intent and regression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tiers (sanity / nightly / full) for later modules.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sign-off preview criteria (coverage goals,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bug bars) in the plan from day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— validation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EXAMPLES: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# Full summary (plan, matrix, checklist)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$0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# Focus only on plan status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$0 --plan-status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# Focus only on traceability matrix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$0 --matrix-status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EOF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Mindset and Goals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vs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verification is responsible for (and what it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“Bug-finding” vs “quality and risk management”.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Objectives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Proving conformance to spec (as far as practical).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Managing risk: focusing on high-impact features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Mindset and Goals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Balancing schedule, quality, and resources.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UVM/SV Context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constrained-random and coverage-driven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(CDV) matter.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Where SV/UVM and Verilog DUTs fit in the overall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From Specification to Verification Scope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Requirements Intake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Extracting verifiable requirements from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product/design spec.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Identifying interfaces, modes, configurations,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corner cases.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Capturing assumptions and dependencies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upstream/downstream blocks, firmware behavior).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In-Scope vs Out-of-Scope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Deciding what this verification effort will and will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cover.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From Specification to Verification Scope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Handling legacy behavior, debug features, and low-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priority modes.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Risk-Based Prioritization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High-risk vs low-risk features.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Safety/criticality, complexity, novelty, and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frequency.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Verification Strategy (SV/UVM Focus)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Dimensions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vs constrained-random vs scenario-based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of reference models, assertions, and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testbench and reuse (block/IP → subsystem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SoC).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Testbench Architecture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your env/agent/sequence/scoreboard choices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influence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Verification Strategy (SV/UVM Focus)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Mapping features and scenarios to sequences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knobs.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Choosing Strategies for the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a FIFO: corner-case heavy, error injection,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stress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a bus/reg block: protocol correctness,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patterns, error responses.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a UART: timing, framing/parity errors,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Verification flow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observation, and check strategy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Test Planning and Test Catalogue Basics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Intent vs Test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Writing test descriptions at the intent level (what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prove).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Mapping intents to one or more concrete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tests/sequences.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Types and Tiers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Smoke/sanity vs feature tests vs stress/error-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injection.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Nightly vs weekly regressions (preview; detailed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later modules).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Test Planning and Test Catalogue Basics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Early Test Catalogue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a first-pass list of 10–20 key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tests/intents from the spec.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Tagging each with requirements, priority,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coverage impact.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Coverage Planning Primer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Coverage is Central to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vs code coverage and their roles.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“Coverage as a question”: what do you need to know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sleep at night?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Sketching Coverage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Listing features, modes, and scenarios that deserve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covergroups.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Identifying important crosses (e.g., mode × error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type, address ranges × operations).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Coverage Planning Primer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Defining Initial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measurable but realistic targets.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Separating “must cover” from “nice to have”.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Intro to Regression and Sign-off 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at a High 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we need repeatable, automated regressions.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tiers (sanity / nightly / full).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Sign-off Preview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Types of sign-off criteria: coverage, bug bars,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waivers, stability.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it’s important to think about exit criteria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Day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Scaffold planning workspace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./scripts/module1.sh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Validate Module 1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./scripts/module1.sh --check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Inspect templates and shared DUT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head -30 module1/templates/VERIFICATION_PLAN.md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--help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./scripts/module1.sh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Verification plan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module1/templates/VERIFICATION_PLAN.md</a:t>
            </a:r>
          </a:p>
        </p:txBody>
      </p:sp>
      <p:pic>
        <p:nvPicPr>
          <p:cNvPr id="4" name="Picture 3" descr="ex01_plan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Requirements matrix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module1/templates/REQUIREMENTS_MATRIX.md</a:t>
            </a:r>
          </a:p>
        </p:txBody>
      </p:sp>
      <p:pic>
        <p:nvPicPr>
          <p:cNvPr id="4" name="Picture 3" descr="ex02_matrix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Reference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-20 module1/.solutions/VERIFICATION_PLAN.md</a:t>
            </a:r>
          </a:p>
        </p:txBody>
      </p:sp>
      <p:pic>
        <p:nvPicPr>
          <p:cNvPr id="4" name="Picture 3" descr="ex03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Shared DUT RTL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-35 common_dut/rtl/stream_fifo.sv</a:t>
            </a:r>
          </a:p>
        </p:txBody>
      </p:sp>
      <p:pic>
        <p:nvPicPr>
          <p:cNvPr id="4" name="Picture 3" descr="ex04_dut_r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--check</a:t>
            </a:r>
          </a:p>
        </p:txBody>
      </p:sp>
      <p:pic>
        <p:nvPicPr>
          <p:cNvPr id="4" name="Picture 3" descr="ex05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the role of verification and 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relationship to design.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Turn a DUT specification into a verification scope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clear assumptions and boundaries.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Draft a verification strategy for a simple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 and SV/UVM environment.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an initial test catalogue (test intents)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linked to requirements.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Sketch a coverage plan (what to measure and rough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goals).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Describe a basic regression concept and outline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high-level sign-off ideas.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Given a short DUT spec (e.g., FIFO or UART), list: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requirements (what the DUT must do).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Non-functional/quality requirements (throughput,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latency constraints, etc.).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Assumptions and environment constraints.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Classify each requirement as must-have, nice-to-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have, or future.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Mark items explicitly as in-scope or out-of-scope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this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Choose your DUT (FIFO / UART / AXI-lite block /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own).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 `module1/VERIFICATION_PLAN.md`, add sections for: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Objectives and success criteria.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High-level SV/UVM environment concept (env, agents,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scoreboard, reference model).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of directed, random, and scenario-based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Planned use of assertions and protocol checkers.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Keep the strategy to 1–2 pages maximum.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 table with columns: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 / description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Related requirement IDs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(H/M/L)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(smoke/feature/stress/error)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Populate at least 10 test intents for your DUT.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From your requirement list and test catalogue,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identify: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Signals/fields that deserve coverpoints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addresses, opcodes, status flags, error types).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Crosses that matter (e.g., mode × error_type,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burst_length × address_range).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a brief description (no code required yet) of: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Where each covergroup would live in the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(monitor, scoreboard, etc.).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hitting those bins would tell you about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completeness.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Scope and Risk Matrix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Assumption 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Architecture Sketch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verification’s role and goals in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SV/UVM context.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Has produced a written verification scope (in-scope,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out-of-scope, assumptions).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Has a concise verification strategy document for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chosen DUT.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Has an initial test catalogue with traceability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requirements.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Has a high-level coverage plan (what to cover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why).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articulate a basic regression and sign-off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concept, even if details come later.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Learn how to turn a DUT specification into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concrete verification plan, with clear strategy,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module1/CHECKLIST.md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module1/EXAMPLES.md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Test Planning &amp; Strategy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