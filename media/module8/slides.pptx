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docs/MODULE8.md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while running module8/EXAMPLES.md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docs/MODULE8.md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docs/MODULE8.md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module8/examples/capstone/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module8/examples/checklist/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module8/examples/fill_guides/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module8/examples/solutions/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module8/examples/validate/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8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Capstone – End‑to‑End Verification &amp; VIP Delivery (SV/UVM)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Plan and execute a **single, substantial capstone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project** that exercises the full verification li…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Plan and execute a **single, substantial capstone project** that exercises the full verification lifecycle (Modules 1–7), from requirements…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8 is not another theory module; it is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**major project** that ties everything together: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How to learn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Select capstone DUT and scope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`module8/CAPSTONE_PROJECT.md`.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Scaffold Module 8 workspace: `./scripts/module8.sh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--scaffold`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Assemble artifacts from Modules 1–7: plans, env,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coverage, regression ops, VIP (if applicable).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full regression tiers and document sign-off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status in the capstone checklist.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Validate deliverable completeness: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`./scripts/module8.sh --check`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Capstone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`CAPSTONE_PROJECT.md` defines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DUT hierarchy, interfaces,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clocks, and verification scope.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Modules 1–7 artifacts: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plans, env, VIP (if applicable),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coverage, regression ops.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Deliverable layout: RTL, 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env, tests, scripts, and user-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facing documentation.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End-to-end verification package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Single coherent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solution or VIP another team can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integrate.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Traceability matrix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requirements through tests,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coverage, and sign-off criteria.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Capstone delivery and handoff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Plan: consolidate Modules 1–2 plans into capstone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scope and test/regression strategy.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Build: mature env, checkers, coverage, and VIP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(Module 4–7 artifacts) under `rtl/` and `tb/`.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Execute: run sanity → core → stress tiers; merge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coverage; triage failures with saved seeds.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 off: meet exit criteria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`CAPSTONE_PROJECT.md`; complete `CHECKLIST.md`.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Deliver: package RTL, UVM env, tests, scripts,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user docs for another team to integrate.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Capstone project plan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Capstone Project Plan (Module 8)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&gt; **Purpose**: Define and track your major end‑to‑end verification or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VIP project.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&gt; **Module**: 8 – Capstone: End‑to‑End Verification &amp; VIP Delivery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(SV/UVM)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&gt; **Instructions**: Fill in this document for your design. Copy from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`module8/templates/` if needed, or edit the file in `module8/` directly.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Reference: `module8/.solutions/`.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## 1. Capstone Choice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&lt;!-- TODO: Project ID/Name, brief description, type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(block/subsystem/VIP). --&gt;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## 2. Requirements and Goals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Key files to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Open these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`module8/CAPSTONE_PROJECT.md` — end-to-end project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definition and deliverables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`module8/CHECKLIST.md` — capstone sign-off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delivery checklist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`docs/FILL_GUIDES.md` — guidance for completing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planning artifacts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Prior module workspaces (`module1/` … `module7/`)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reusable verification assets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`scripts/module8.sh` — capstone documentation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checklist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Full-lifecycle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Execute planned regression tiers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coverage merge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documented closure status.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 negative, stress,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protocol/rule tests appropriate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 your capstone DUT.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Sign-off and delivery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Define explicit exit criteria (coverage %, bug bar,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stability window).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Retrospective: what worked, gaps, and improvements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a real project review.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`./scripts/module8.sh --check` validates capstone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documentation and checklist completion.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Optional demo or walkthrough recorded as part of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deliverable.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Capstone checklist excerpt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Module 8 Checklist – Capstone: End‑to‑End Verification &amp; VIP Delivery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&gt; **Purpose**: Track completion of your major capstone project.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&gt; **Instructions**: Check off items as you complete them. Copy from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`module8/templates/` if needed, or edit the file in `module8/` directly.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Reference: `module8/.solutions/`.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## 1. Capstone Definition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 [ ] Capstone project chosen and described in `CAPSTONE_PROJECT.md`.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 [ ] Key requirements and success criteria documented.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 [ ] Scope (block/subsystem/VIP) clearly defined and realistic for the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time frame.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## 2. Re‑use of Earlier Modules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 [ ] Existing plans (verification, test, coverage, regression)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Capstone validation script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#!/usr/bin/env bash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Module 8: Capstone Orchestrator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This script summarizes and checks the artifacts for the Module 8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capstone.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Usage: ./scripts/module8.sh [OPTIONS]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set -euo pipefail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Colors for output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RED='\033[0;31m'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GREEN='\033[0;32m'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YELLOW='\033[1;33m'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Command reference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Scaffold and validate capstone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./scripts/module8.sh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Review capstone templates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head -45 module8/templates/CAPSTONE_PROJECT.md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8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./scripts/module8.sh --help</a:t>
            </a:r>
          </a:p>
        </p:txBody>
      </p:sp>
      <p:pic>
        <p:nvPicPr>
          <p:cNvPr id="4" name="Picture 3" descr="module8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Capstone project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-35 module8/templates/CAPSTONE_PROJECT.md</a:t>
            </a:r>
          </a:p>
        </p:txBody>
      </p:sp>
      <p:pic>
        <p:nvPicPr>
          <p:cNvPr id="4" name="Picture 3" descr="ex01_capst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Capstone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-25 module8/templates/CHECKLIST.md</a:t>
            </a:r>
          </a:p>
        </p:txBody>
      </p:sp>
      <p:pic>
        <p:nvPicPr>
          <p:cNvPr id="4" name="Picture 3" descr="ex02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Fill guides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-30 docs/FILL_GUIDES.md</a:t>
            </a:r>
          </a:p>
        </p:txBody>
      </p:sp>
      <p:pic>
        <p:nvPicPr>
          <p:cNvPr id="4" name="Picture 3" descr="ex03_fill_gui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Reference capstone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-20 module8/.solutions/CAPSTONE_PROJECT.md</a:t>
            </a:r>
          </a:p>
        </p:txBody>
      </p:sp>
      <p:pic>
        <p:nvPicPr>
          <p:cNvPr id="4" name="Picture 3" descr="ex04_sol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Module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./scripts/module8.sh --check</a:t>
            </a:r>
          </a:p>
        </p:txBody>
      </p:sp>
      <p:pic>
        <p:nvPicPr>
          <p:cNvPr id="4" name="Picture 3" descr="ex05_vali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 an end‑to‑end verification effort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requirements → plan → env → tests → coverage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regress…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Deliver a coherent, documented verification package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VIP that others can understand and use.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Reflect on trade‑offs and improvements as if you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were preparing for a real project review.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 clearly defined capstone project documented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`capstone_project.md`.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Evidence that Modules 1–7 have been applied (plans,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env, tests, coverage, regressions).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 “deliverable” verification solution or VIP (code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docs) that could be handed to another team.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 short written or presented retrospective on what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worked, what didn’t, and what you’d improve next.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 clearly defined capstone project documented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`capstone_project.md`.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Evidence that Modules 1–7 have been applied (plans,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env, tests, coverage, regressions).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 “deliverable” verification solution or VIP (code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docs) that could be handed to another team.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 short written or presented retrospective on what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worked, what didn’t, and what you’d improve next.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Plan and execute a **single, substantial capstone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project** that exercises the full verification li…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module8/CHECKLIST.md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module8/EXAMPLES.md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