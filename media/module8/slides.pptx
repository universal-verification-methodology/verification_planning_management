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from course repository root.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module8/examples/capstone/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module8/examples/checklist/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module8/examples/fill_guides/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module8/examples/solutions/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module8/examples/validate/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  <a:defRPr sz="4000" b="1">
                <a:solidFill>
                  <a:srgbClr val="1A1A2E"/>
                </a:solidFill>
                <a:latin typeface="Calibri"/>
              </a:defRPr>
            </a:pPr>
            <a:r>
              <a:t>Module 8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  <a:defRPr sz="2600" b="0">
                <a:solidFill>
                  <a:srgbClr val="333333"/>
                </a:solidFill>
                <a:latin typeface="Calibri"/>
              </a:defRPr>
            </a:pPr>
            <a:r>
              <a:t>Capstone – End‑to‑End Verification &amp; VIP Delivery (SV/UVM)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Plan and execute a **single, substantial capstone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project** that exercises the full verification li…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See module README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path</a:t>
            </a:r>
          </a:p>
        </p:txBody>
      </p:sp>
      <p:pic>
        <p:nvPicPr>
          <p:cNvPr id="3" name="Picture 2" descr="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Plan and execute a **single, substantial capstone project** that exercises the full verification lifecycle (Modules 1–7), from requirements…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 8 is not another theory module; it is a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**major project** that ties everything together: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Design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Capstone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`CAPSTONE_PROJECT.md` defines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DUT hierarchy, interfaces,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clocks, and verification scope.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Apply Modules 1–7 artifacts: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plans, env, VIP (if applicable),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coverage, regression ops.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Deliverable layout: RTL, UVM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env, tests, scripts, and user-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facing documentation.</a:t>
            </a:r>
          </a:p>
        </p:txBody>
      </p:sp>
      <p:pic>
        <p:nvPicPr>
          <p:cNvPr id="4" name="Picture 3" descr="rt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End-to-end verification package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Single coherent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solution or VIP another team can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integrate.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Traceability matrix from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requirements through tests,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coverage, and sign-off criteria.</a:t>
            </a:r>
          </a:p>
        </p:txBody>
      </p:sp>
      <p:pic>
        <p:nvPicPr>
          <p:cNvPr id="4" name="Picture 3" descr="verifica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Capstone project plan template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Capstone Project Plan (Module 8)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&gt; **Purpose**: Define and track your major end‑to‑end verification or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VIP project.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&gt; **Module**: 8 – Capstone: End‑to‑End Verification &amp; VIP Delivery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(SV/UVM)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&gt; **Instructions**: Fill in this document for your design. Copy from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`module8/templates/` if needed, or edit the file in `module8/` directly.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Reference: `module8/.solutions/`.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## 1. Capstone Choice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&lt;!-- TODO: Project ID/Name, brief description, type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(block/subsystem/VIP). --&gt;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## 2. Requirements and Goals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Verification &amp; testing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Full-lifecycle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Execute planned regression tiers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with coverage merge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documented closure status.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Include negative, stress,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protocol/rule tests appropriate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to your capstone DUT.</a:t>
            </a:r>
          </a:p>
        </p:txBody>
      </p:sp>
      <p:pic>
        <p:nvPicPr>
          <p:cNvPr id="4" name="Picture 3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Sign-off and delivery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Define explicit exit criteria (coverage %, bug bar,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stability window).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Retrospective: what worked, gaps, and improvements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for a real project review.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`./scripts/module8.sh --check` validates capstone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documentation and checklist completion.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Optional demo or walkthrough recorded as part of the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deliverable.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Capstone checklist excerpt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Module 8 Checklist – Capstone: End‑to‑End Verification &amp; VIP Delivery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&gt; **Purpose**: Track completion of your major capstone project.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&gt; **Instructions**: Check off items as you complete them. Copy from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`module8/templates/` if needed, or edit the file in `module8/` directly.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Reference: `module8/.solutions/`.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## 1. Capstone Definition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- [ ] Capstone project chosen and described in `CAPSTONE_PROJECT.md`.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- [ ] Key requirements and success criteria documented.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- [ ] Scope (block/subsystem/VIP) clearly defined and realistic for the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time frame.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## 2. Re‑use of Earlier Modules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- [ ] Existing plans (verification, test, coverage, regression)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Hands-on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Module 8 self-check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./scripts/module8.sh --capstone</a:t>
            </a:r>
          </a:p>
        </p:txBody>
      </p:sp>
      <p:pic>
        <p:nvPicPr>
          <p:cNvPr id="4" name="Picture 3" descr="module8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Capstone project template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head -35 module8/templates/CAPSTONE_PROJECT.md</a:t>
            </a:r>
          </a:p>
        </p:txBody>
      </p:sp>
      <p:pic>
        <p:nvPicPr>
          <p:cNvPr id="4" name="Picture 3" descr="ex01_capst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Capstone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head -25 module8/templates/CHECKLIST.md</a:t>
            </a:r>
          </a:p>
        </p:txBody>
      </p:sp>
      <p:pic>
        <p:nvPicPr>
          <p:cNvPr id="4" name="Picture 3" descr="ex02_check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Fill guides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head -30 docs/FILL_GUIDES.md</a:t>
            </a:r>
          </a:p>
        </p:txBody>
      </p:sp>
      <p:pic>
        <p:nvPicPr>
          <p:cNvPr id="4" name="Picture 3" descr="ex03_fill_gu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Reference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head -20 module8/.solutions/CAPSTONE_PROJECT.md</a:t>
            </a:r>
          </a:p>
        </p:txBody>
      </p:sp>
      <p:pic>
        <p:nvPicPr>
          <p:cNvPr id="4" name="Picture 3" descr="ex04_sol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Module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./scripts/module8.sh --check</a:t>
            </a:r>
          </a:p>
        </p:txBody>
      </p:sp>
      <p:pic>
        <p:nvPicPr>
          <p:cNvPr id="4" name="Picture 3" descr="ex05_valid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Practice &amp;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Drive an end‑to‑end verification effort from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requirements → plan → env → tests → coverage →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regress…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Deliver a coherent, documented verification package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or VIP that others can understand and use.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Reflect on trade‑offs and improvements as if you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were preparing for a real project review.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 clearly defined capstone project documented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`capstone_project.md`.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Evidence that Modules 1–7 have been applied (plans,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env, tests, coverage, regressions).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 “deliverable” verification solution or VIP (code +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docs) that could be handed to another team.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 short written or presented retrospective on what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worked, what didn’t, and what you’d improve next.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Assessment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 clearly defined capstone project documented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`capstone_project.md`.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Evidence that Modules 1–7 have been applied (plans,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env, tests, coverage, regressions).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 “deliverable” verification solution or VIP (code +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docs) that could be handed to another team.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 short written or presented retrospective on what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worked, what didn’t, and what you’d improve next.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Plan and execute a **single, substantial capstone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project** that exercises the full verification li…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module8/CHECKLIST.md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Review module8/EXAMPLES.md and run each lab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Next: Next module in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